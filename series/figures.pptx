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03071-B89D-C6F2-72F3-A72AB2016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26313-5103-9F43-1D8B-EB96502C6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CB534-90CF-3C46-918E-B9802D496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FAC5-D2AB-254C-B7A6-71CF8AB7779A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F596E-ADC7-92D0-AA1A-DEB21924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94F5B-3759-D5DE-B2C8-5879612B2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9176D-B24E-0343-A3B4-752C7ADE7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57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6D237-7E74-E571-97BC-AB20073B6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883DE-3638-B269-6B37-B6E0FB485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9CD97-C563-43F1-C20B-5A1CA58B2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FAC5-D2AB-254C-B7A6-71CF8AB7779A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D1513-6748-30E3-82F6-65B5C75C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C88A0-BA0C-FD7F-C188-99FE965EA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9176D-B24E-0343-A3B4-752C7ADE7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65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1DA64-0A9A-FFB0-55CD-6DE0297EC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A8C09-CF18-BB5D-86AE-218E019B2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46D90-A46A-67C3-49B5-1BF91E66C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FAC5-D2AB-254C-B7A6-71CF8AB7779A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375E4-50AD-1A6B-C00D-F56C05F6C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72899-5E96-7DB3-111D-4EADF86AE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9176D-B24E-0343-A3B4-752C7ADE7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17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59024-395A-FA54-1CAD-995A20B2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6B1FA-D11D-C4F4-6F05-D0052148BA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E57B8C-0BFC-C55C-BB27-02E4B8724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D5612-7CD5-FE1D-94CA-883293E97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FAC5-D2AB-254C-B7A6-71CF8AB7779A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DA558-C12E-8A1A-AE94-0D222147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2702E-38D7-2CF8-248F-9C0F364E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9176D-B24E-0343-A3B4-752C7ADE7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47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1EE1D-A9D8-C9DE-E2B8-7882D3706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9C532-69F3-7A51-DE91-C4C8F3F33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F0A65-311E-46FB-6301-454B40850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1C8F8-AB72-CDE8-9CDD-2565540F97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EA21EB-9B5F-6598-D3AD-471B3246D3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48A099-31D1-F969-6DF2-3CE04AD1F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FAC5-D2AB-254C-B7A6-71CF8AB7779A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EF785F-0AC3-622E-5D81-A391B1D3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7169F2-C147-F744-EC35-3C7064218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9176D-B24E-0343-A3B4-752C7ADE7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287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CF2AF-4D5B-2243-8834-736B42BA2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F95D35-7A88-02E1-1E1B-9A41D0F3E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FAC5-D2AB-254C-B7A6-71CF8AB7779A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EB085C-638F-AD95-D2CC-FB83DC462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1C470-3A46-AD9E-2904-8076E4A8D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9176D-B24E-0343-A3B4-752C7ADE7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9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00F274-9FA3-A749-B686-DEE106BA2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FAC5-D2AB-254C-B7A6-71CF8AB7779A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0E7F47-717B-06D9-6919-C184C5B7A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8D05A-96F7-D000-D244-05E56FAE7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9176D-B24E-0343-A3B4-752C7ADE7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07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1837E-C246-3371-4647-5A34BC83A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C67A7-51B6-29B1-1EEC-2B55D94FC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3EA42-2A62-0378-D88A-E6A5DF5B3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F6FD8-8C19-1DA1-6544-6632EFFC4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FAC5-D2AB-254C-B7A6-71CF8AB7779A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632A0-F3B6-3300-44F5-5B60C1824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8D2F4-B040-66EB-F50A-6E979DB53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9176D-B24E-0343-A3B4-752C7ADE7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14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9B5D3-965B-1887-FCB6-0C0640B7A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95C4E2-B12F-97C5-646E-CFC45C04BA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C961A-81B3-5CC6-CA14-7FE2F739D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44811-78E7-3B2C-B07D-6DD189659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FAC5-D2AB-254C-B7A6-71CF8AB7779A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E7216-D6C1-9BC4-B7D1-8D7AE6A41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E302A-DE63-F3D8-DAA4-6BBBEEA82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9176D-B24E-0343-A3B4-752C7ADE7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69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50EEB-B766-040F-8B1B-EC459512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FC8D6-08E6-364E-9B78-64F418A2A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8A232-0607-3B49-5032-900BF12BA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FAC5-D2AB-254C-B7A6-71CF8AB7779A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0B961-C997-D358-ACED-ACF87E1A7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CFE28-0683-C380-A0F1-A01F08151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9176D-B24E-0343-A3B4-752C7ADE7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367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B5FC77-7FAC-01F6-6E2A-D99A6C706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08986-CF4C-CD5A-0893-CD6D72AC7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3F311-B08A-BE91-7A95-55F59CE1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FAC5-D2AB-254C-B7A6-71CF8AB7779A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2A56B-D637-4409-A756-646BF5B78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43C3F-CB2E-559E-D0A8-6E64015AC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9176D-B24E-0343-A3B4-752C7ADE7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2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BB22FE-B888-21E1-C185-F4F783E75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58D81-2860-4779-6507-505B670C6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3A527-8E71-57B3-EA13-E3F1DF0176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DFAC5-D2AB-254C-B7A6-71CF8AB7779A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6FEE4-92BD-5549-CD2C-287B7A15A1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40AE2-C4E5-752C-988A-A7F4A36E7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9176D-B24E-0343-A3B4-752C7ADE7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AE9F8A-B628-1CF2-DDB2-E6B0EBE1C982}"/>
              </a:ext>
            </a:extLst>
          </p:cNvPr>
          <p:cNvSpPr/>
          <p:nvPr/>
        </p:nvSpPr>
        <p:spPr>
          <a:xfrm>
            <a:off x="7179276" y="593124"/>
            <a:ext cx="4831492" cy="509098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Application Server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1F745A-445F-1DE0-35F1-8E9647C94B82}"/>
              </a:ext>
            </a:extLst>
          </p:cNvPr>
          <p:cNvSpPr/>
          <p:nvPr/>
        </p:nvSpPr>
        <p:spPr>
          <a:xfrm>
            <a:off x="1931773" y="593124"/>
            <a:ext cx="3072713" cy="509098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Application</a:t>
            </a:r>
          </a:p>
        </p:txBody>
      </p:sp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AC6F4B35-34CC-48A6-3CE4-AF79FF82E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427" y="2710621"/>
            <a:ext cx="914400" cy="914400"/>
          </a:xfrm>
          <a:prstGeom prst="rect">
            <a:avLst/>
          </a:prstGeom>
        </p:spPr>
      </p:pic>
      <p:sp>
        <p:nvSpPr>
          <p:cNvPr id="7" name="Can 6">
            <a:extLst>
              <a:ext uri="{FF2B5EF4-FFF2-40B4-BE49-F238E27FC236}">
                <a16:creationId xmlns:a16="http://schemas.microsoft.com/office/drawing/2014/main" id="{EB3D4292-3838-D234-3787-06BE85C50EB9}"/>
              </a:ext>
            </a:extLst>
          </p:cNvPr>
          <p:cNvSpPr/>
          <p:nvPr/>
        </p:nvSpPr>
        <p:spPr>
          <a:xfrm>
            <a:off x="8907162" y="1544594"/>
            <a:ext cx="2706130" cy="405301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A1EB499-DE99-F334-B02A-48DF0F7CB70C}"/>
              </a:ext>
            </a:extLst>
          </p:cNvPr>
          <p:cNvSpPr/>
          <p:nvPr/>
        </p:nvSpPr>
        <p:spPr>
          <a:xfrm>
            <a:off x="6732372" y="1791730"/>
            <a:ext cx="1000898" cy="203886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MCP</a:t>
            </a:r>
          </a:p>
          <a:p>
            <a:pPr algn="ctr"/>
            <a:r>
              <a:rPr lang="en-US" dirty="0"/>
              <a:t>Tool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022089A-606E-64E0-C607-67D65315F6A1}"/>
              </a:ext>
            </a:extLst>
          </p:cNvPr>
          <p:cNvSpPr/>
          <p:nvPr/>
        </p:nvSpPr>
        <p:spPr>
          <a:xfrm>
            <a:off x="2842992" y="2364632"/>
            <a:ext cx="1814944" cy="14659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LLM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1547073-F16E-0026-8E9A-7FB1087428A7}"/>
              </a:ext>
            </a:extLst>
          </p:cNvPr>
          <p:cNvSpPr/>
          <p:nvPr/>
        </p:nvSpPr>
        <p:spPr>
          <a:xfrm>
            <a:off x="1495076" y="1544594"/>
            <a:ext cx="182880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Show me all the CS programs in the Northeast</a:t>
            </a:r>
          </a:p>
        </p:txBody>
      </p:sp>
      <p:pic>
        <p:nvPicPr>
          <p:cNvPr id="18" name="Graphic 17" descr="Left Brain with solid fill">
            <a:extLst>
              <a:ext uri="{FF2B5EF4-FFF2-40B4-BE49-F238E27FC236}">
                <a16:creationId xmlns:a16="http://schemas.microsoft.com/office/drawing/2014/main" id="{B7579CCF-A15D-4DC6-C7B6-9C03C6BED5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7578" y="2661196"/>
            <a:ext cx="914400" cy="914400"/>
          </a:xfrm>
          <a:prstGeom prst="rect">
            <a:avLst/>
          </a:prstGeom>
        </p:spPr>
      </p:pic>
      <p:sp>
        <p:nvSpPr>
          <p:cNvPr id="19" name="Right Arrow 18">
            <a:extLst>
              <a:ext uri="{FF2B5EF4-FFF2-40B4-BE49-F238E27FC236}">
                <a16:creationId xmlns:a16="http://schemas.microsoft.com/office/drawing/2014/main" id="{8F34DFE4-F336-095B-EA11-B4D7399207AB}"/>
              </a:ext>
            </a:extLst>
          </p:cNvPr>
          <p:cNvSpPr/>
          <p:nvPr/>
        </p:nvSpPr>
        <p:spPr>
          <a:xfrm>
            <a:off x="4806778" y="2230394"/>
            <a:ext cx="1828800" cy="580768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</a:t>
            </a:r>
          </a:p>
        </p:txBody>
      </p:sp>
      <p:sp>
        <p:nvSpPr>
          <p:cNvPr id="21" name="Left Arrow 20">
            <a:extLst>
              <a:ext uri="{FF2B5EF4-FFF2-40B4-BE49-F238E27FC236}">
                <a16:creationId xmlns:a16="http://schemas.microsoft.com/office/drawing/2014/main" id="{F33B8B76-B313-77D7-9374-B9C3FCD2BF1F}"/>
              </a:ext>
            </a:extLst>
          </p:cNvPr>
          <p:cNvSpPr/>
          <p:nvPr/>
        </p:nvSpPr>
        <p:spPr>
          <a:xfrm>
            <a:off x="4698655" y="2792625"/>
            <a:ext cx="1892645" cy="1037969"/>
          </a:xfrm>
          <a:prstGeom prst="lef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Results</a:t>
            </a:r>
          </a:p>
        </p:txBody>
      </p:sp>
      <p:sp>
        <p:nvSpPr>
          <p:cNvPr id="23" name="Left-Right Arrow 22">
            <a:extLst>
              <a:ext uri="{FF2B5EF4-FFF2-40B4-BE49-F238E27FC236}">
                <a16:creationId xmlns:a16="http://schemas.microsoft.com/office/drawing/2014/main" id="{A4A8F3AA-3F22-8AA2-8A68-6C2D5D91B6C7}"/>
              </a:ext>
            </a:extLst>
          </p:cNvPr>
          <p:cNvSpPr/>
          <p:nvPr/>
        </p:nvSpPr>
        <p:spPr>
          <a:xfrm>
            <a:off x="7830064" y="2543805"/>
            <a:ext cx="1297460" cy="767804"/>
          </a:xfrm>
          <a:prstGeom prst="left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A46C07C-E659-B5E2-C965-E7460DE90D96}"/>
              </a:ext>
            </a:extLst>
          </p:cNvPr>
          <p:cNvSpPr/>
          <p:nvPr/>
        </p:nvSpPr>
        <p:spPr>
          <a:xfrm>
            <a:off x="1495076" y="4475952"/>
            <a:ext cx="182880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DATA</a:t>
            </a:r>
          </a:p>
        </p:txBody>
      </p:sp>
      <p:pic>
        <p:nvPicPr>
          <p:cNvPr id="25" name="Graphic 24" descr="Table with solid fill">
            <a:extLst>
              <a:ext uri="{FF2B5EF4-FFF2-40B4-BE49-F238E27FC236}">
                <a16:creationId xmlns:a16="http://schemas.microsoft.com/office/drawing/2014/main" id="{9575AAD2-FEDB-BF17-AF4F-CE206E9A74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53450" y="4361652"/>
            <a:ext cx="914400" cy="914400"/>
          </a:xfrm>
          <a:prstGeom prst="rect">
            <a:avLst/>
          </a:prstGeom>
        </p:spPr>
      </p:pic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1D67300A-AA14-1A65-D893-C4BF494FA554}"/>
              </a:ext>
            </a:extLst>
          </p:cNvPr>
          <p:cNvCxnSpPr>
            <a:endCxn id="14" idx="1"/>
          </p:cNvCxnSpPr>
          <p:nvPr/>
        </p:nvCxnSpPr>
        <p:spPr>
          <a:xfrm rot="5400000" flipH="1" flipV="1">
            <a:off x="863196" y="1911926"/>
            <a:ext cx="656311" cy="607449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6ED69C25-3655-DDA1-E44F-BBBE2020BBA8}"/>
              </a:ext>
            </a:extLst>
          </p:cNvPr>
          <p:cNvCxnSpPr>
            <a:cxnSpLocks/>
            <a:stCxn id="26" idx="1"/>
            <a:endCxn id="6" idx="2"/>
          </p:cNvCxnSpPr>
          <p:nvPr/>
        </p:nvCxnSpPr>
        <p:spPr>
          <a:xfrm rot="10800000">
            <a:off x="887628" y="3625022"/>
            <a:ext cx="607449" cy="1193831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Bent-Up Arrow 32">
            <a:extLst>
              <a:ext uri="{FF2B5EF4-FFF2-40B4-BE49-F238E27FC236}">
                <a16:creationId xmlns:a16="http://schemas.microsoft.com/office/drawing/2014/main" id="{BAC37419-80F1-66B2-BD94-3CA1D9006431}"/>
              </a:ext>
            </a:extLst>
          </p:cNvPr>
          <p:cNvSpPr/>
          <p:nvPr/>
        </p:nvSpPr>
        <p:spPr>
          <a:xfrm rot="16200000" flipH="1">
            <a:off x="3332371" y="3943587"/>
            <a:ext cx="1156904" cy="1039041"/>
          </a:xfrm>
          <a:prstGeom prst="bentUpArrow">
            <a:avLst>
              <a:gd name="adj1" fmla="val 25000"/>
              <a:gd name="adj2" fmla="val 24256"/>
              <a:gd name="adj3" fmla="val 2500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2BF6D41B-4B3D-6EE9-7B06-9DDC4E9CC89F}"/>
              </a:ext>
            </a:extLst>
          </p:cNvPr>
          <p:cNvCxnSpPr>
            <a:cxnSpLocks/>
            <a:stCxn id="14" idx="3"/>
            <a:endCxn id="16" idx="0"/>
          </p:cNvCxnSpPr>
          <p:nvPr/>
        </p:nvCxnSpPr>
        <p:spPr>
          <a:xfrm>
            <a:off x="3323876" y="1887494"/>
            <a:ext cx="426588" cy="477138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5F24B9A-2EC1-7ED5-C24C-C68697FC4FE1}"/>
              </a:ext>
            </a:extLst>
          </p:cNvPr>
          <p:cNvSpPr txBox="1"/>
          <p:nvPr/>
        </p:nvSpPr>
        <p:spPr>
          <a:xfrm>
            <a:off x="5213006" y="3641869"/>
            <a:ext cx="1737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Lots of tokens on tool call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2DF535-A083-3C4D-F2CE-F2268CA84016}"/>
              </a:ext>
            </a:extLst>
          </p:cNvPr>
          <p:cNvSpPr txBox="1"/>
          <p:nvPr/>
        </p:nvSpPr>
        <p:spPr>
          <a:xfrm>
            <a:off x="2619634" y="3807426"/>
            <a:ext cx="1892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Lots of output tokens</a:t>
            </a:r>
          </a:p>
        </p:txBody>
      </p:sp>
    </p:spTree>
    <p:extLst>
      <p:ext uri="{BB962C8B-B14F-4D97-AF65-F5344CB8AC3E}">
        <p14:creationId xmlns:p14="http://schemas.microsoft.com/office/powerpoint/2010/main" val="358608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68911-48D1-9C08-206D-AD72277A4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915CED-3589-0913-648D-43D15A802129}"/>
              </a:ext>
            </a:extLst>
          </p:cNvPr>
          <p:cNvSpPr/>
          <p:nvPr/>
        </p:nvSpPr>
        <p:spPr>
          <a:xfrm>
            <a:off x="7179276" y="593124"/>
            <a:ext cx="4831492" cy="509098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Application Server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FE1618-E166-9A26-CC74-DED6357EB081}"/>
              </a:ext>
            </a:extLst>
          </p:cNvPr>
          <p:cNvSpPr/>
          <p:nvPr/>
        </p:nvSpPr>
        <p:spPr>
          <a:xfrm>
            <a:off x="1931773" y="593124"/>
            <a:ext cx="3072713" cy="509098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Host Application</a:t>
            </a:r>
          </a:p>
        </p:txBody>
      </p:sp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258D0B7E-2A16-744A-3A9A-2B36BD480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427" y="2710621"/>
            <a:ext cx="914400" cy="914400"/>
          </a:xfrm>
          <a:prstGeom prst="rect">
            <a:avLst/>
          </a:prstGeom>
        </p:spPr>
      </p:pic>
      <p:sp>
        <p:nvSpPr>
          <p:cNvPr id="7" name="Can 6">
            <a:extLst>
              <a:ext uri="{FF2B5EF4-FFF2-40B4-BE49-F238E27FC236}">
                <a16:creationId xmlns:a16="http://schemas.microsoft.com/office/drawing/2014/main" id="{C17846A4-F40E-3801-F7F8-9B7FE4CC9973}"/>
              </a:ext>
            </a:extLst>
          </p:cNvPr>
          <p:cNvSpPr/>
          <p:nvPr/>
        </p:nvSpPr>
        <p:spPr>
          <a:xfrm>
            <a:off x="8907162" y="1544594"/>
            <a:ext cx="2706130" cy="405301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A83D28C-47A5-7B30-06AB-AC657660BBA3}"/>
              </a:ext>
            </a:extLst>
          </p:cNvPr>
          <p:cNvSpPr/>
          <p:nvPr/>
        </p:nvSpPr>
        <p:spPr>
          <a:xfrm>
            <a:off x="6732372" y="1791730"/>
            <a:ext cx="1000898" cy="203886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MCP</a:t>
            </a:r>
          </a:p>
          <a:p>
            <a:pPr algn="ctr"/>
            <a:r>
              <a:rPr lang="en-US" dirty="0"/>
              <a:t>Tool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557552E-9F26-6A9B-C9FD-5C44E2027DBF}"/>
              </a:ext>
            </a:extLst>
          </p:cNvPr>
          <p:cNvSpPr/>
          <p:nvPr/>
        </p:nvSpPr>
        <p:spPr>
          <a:xfrm>
            <a:off x="2842992" y="2364632"/>
            <a:ext cx="1814944" cy="14659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LLM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FFF881A-2571-5EA4-872C-A831C1D37770}"/>
              </a:ext>
            </a:extLst>
          </p:cNvPr>
          <p:cNvSpPr/>
          <p:nvPr/>
        </p:nvSpPr>
        <p:spPr>
          <a:xfrm>
            <a:off x="1495076" y="1544594"/>
            <a:ext cx="182880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Show me all the CS programs in the Northeast</a:t>
            </a:r>
          </a:p>
        </p:txBody>
      </p:sp>
      <p:pic>
        <p:nvPicPr>
          <p:cNvPr id="18" name="Graphic 17" descr="Left Brain with solid fill">
            <a:extLst>
              <a:ext uri="{FF2B5EF4-FFF2-40B4-BE49-F238E27FC236}">
                <a16:creationId xmlns:a16="http://schemas.microsoft.com/office/drawing/2014/main" id="{CB7553DD-16E5-342F-7B81-E4DF38F22D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7578" y="2661196"/>
            <a:ext cx="914400" cy="914400"/>
          </a:xfrm>
          <a:prstGeom prst="rect">
            <a:avLst/>
          </a:prstGeom>
        </p:spPr>
      </p:pic>
      <p:sp>
        <p:nvSpPr>
          <p:cNvPr id="19" name="Right Arrow 18">
            <a:extLst>
              <a:ext uri="{FF2B5EF4-FFF2-40B4-BE49-F238E27FC236}">
                <a16:creationId xmlns:a16="http://schemas.microsoft.com/office/drawing/2014/main" id="{9539BF59-E9C9-8C93-0E4F-0E2ABFF004EB}"/>
              </a:ext>
            </a:extLst>
          </p:cNvPr>
          <p:cNvSpPr/>
          <p:nvPr/>
        </p:nvSpPr>
        <p:spPr>
          <a:xfrm>
            <a:off x="4820634" y="2230394"/>
            <a:ext cx="1814944" cy="580768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</a:t>
            </a:r>
          </a:p>
        </p:txBody>
      </p:sp>
      <p:sp>
        <p:nvSpPr>
          <p:cNvPr id="21" name="Left Arrow 20">
            <a:extLst>
              <a:ext uri="{FF2B5EF4-FFF2-40B4-BE49-F238E27FC236}">
                <a16:creationId xmlns:a16="http://schemas.microsoft.com/office/drawing/2014/main" id="{54DA16DD-8FE2-5728-4004-A4542EA40F1E}"/>
              </a:ext>
            </a:extLst>
          </p:cNvPr>
          <p:cNvSpPr/>
          <p:nvPr/>
        </p:nvSpPr>
        <p:spPr>
          <a:xfrm>
            <a:off x="4776356" y="2792625"/>
            <a:ext cx="1814944" cy="580769"/>
          </a:xfrm>
          <a:prstGeom prst="lef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Preview  + Link</a:t>
            </a:r>
          </a:p>
        </p:txBody>
      </p:sp>
      <p:sp>
        <p:nvSpPr>
          <p:cNvPr id="23" name="Left-Right Arrow 22">
            <a:extLst>
              <a:ext uri="{FF2B5EF4-FFF2-40B4-BE49-F238E27FC236}">
                <a16:creationId xmlns:a16="http://schemas.microsoft.com/office/drawing/2014/main" id="{768C7FA1-A3EF-484F-A47F-44D7CF5C685F}"/>
              </a:ext>
            </a:extLst>
          </p:cNvPr>
          <p:cNvSpPr/>
          <p:nvPr/>
        </p:nvSpPr>
        <p:spPr>
          <a:xfrm>
            <a:off x="7830064" y="2543805"/>
            <a:ext cx="1297460" cy="767804"/>
          </a:xfrm>
          <a:prstGeom prst="left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032B7B6-59A9-D183-4514-4EB193812C53}"/>
              </a:ext>
            </a:extLst>
          </p:cNvPr>
          <p:cNvSpPr/>
          <p:nvPr/>
        </p:nvSpPr>
        <p:spPr>
          <a:xfrm>
            <a:off x="1495076" y="4475952"/>
            <a:ext cx="182880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DATA</a:t>
            </a:r>
          </a:p>
        </p:txBody>
      </p:sp>
      <p:pic>
        <p:nvPicPr>
          <p:cNvPr id="25" name="Graphic 24" descr="Table with solid fill">
            <a:extLst>
              <a:ext uri="{FF2B5EF4-FFF2-40B4-BE49-F238E27FC236}">
                <a16:creationId xmlns:a16="http://schemas.microsoft.com/office/drawing/2014/main" id="{B78C80C8-7E34-1722-834B-42D508D759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53450" y="4361652"/>
            <a:ext cx="914400" cy="914400"/>
          </a:xfrm>
          <a:prstGeom prst="rect">
            <a:avLst/>
          </a:prstGeom>
        </p:spPr>
      </p:pic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DFEC8549-D1C1-B0A4-5215-B2E21A37DC65}"/>
              </a:ext>
            </a:extLst>
          </p:cNvPr>
          <p:cNvCxnSpPr>
            <a:endCxn id="14" idx="1"/>
          </p:cNvCxnSpPr>
          <p:nvPr/>
        </p:nvCxnSpPr>
        <p:spPr>
          <a:xfrm rot="5400000" flipH="1" flipV="1">
            <a:off x="863196" y="1911926"/>
            <a:ext cx="656311" cy="607449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D963F0D6-D49D-33AD-9F1E-BB290F0E70EE}"/>
              </a:ext>
            </a:extLst>
          </p:cNvPr>
          <p:cNvCxnSpPr>
            <a:cxnSpLocks/>
            <a:stCxn id="26" idx="1"/>
            <a:endCxn id="6" idx="2"/>
          </p:cNvCxnSpPr>
          <p:nvPr/>
        </p:nvCxnSpPr>
        <p:spPr>
          <a:xfrm rot="10800000">
            <a:off x="887628" y="3625022"/>
            <a:ext cx="607449" cy="1193831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E8D021C7-0F4B-56F6-036E-82576C2ABACC}"/>
              </a:ext>
            </a:extLst>
          </p:cNvPr>
          <p:cNvCxnSpPr>
            <a:cxnSpLocks/>
            <a:stCxn id="14" idx="3"/>
            <a:endCxn id="16" idx="0"/>
          </p:cNvCxnSpPr>
          <p:nvPr/>
        </p:nvCxnSpPr>
        <p:spPr>
          <a:xfrm>
            <a:off x="3323876" y="1887494"/>
            <a:ext cx="426588" cy="477138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Left Arrow 1">
            <a:extLst>
              <a:ext uri="{FF2B5EF4-FFF2-40B4-BE49-F238E27FC236}">
                <a16:creationId xmlns:a16="http://schemas.microsoft.com/office/drawing/2014/main" id="{2A23FC03-C29C-D1EF-F360-A1DB6273A71A}"/>
              </a:ext>
            </a:extLst>
          </p:cNvPr>
          <p:cNvSpPr/>
          <p:nvPr/>
        </p:nvSpPr>
        <p:spPr>
          <a:xfrm>
            <a:off x="3323877" y="4299867"/>
            <a:ext cx="3311702" cy="1037969"/>
          </a:xfrm>
          <a:prstGeom prst="lef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DF5F6ED-04ED-751A-343D-EFDF7357BE30}"/>
              </a:ext>
            </a:extLst>
          </p:cNvPr>
          <p:cNvSpPr/>
          <p:nvPr/>
        </p:nvSpPr>
        <p:spPr>
          <a:xfrm>
            <a:off x="6732372" y="3929449"/>
            <a:ext cx="1000898" cy="164962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REST API</a:t>
            </a:r>
          </a:p>
        </p:txBody>
      </p:sp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14A9E2AC-B724-2B87-E98C-13BDAB39E749}"/>
              </a:ext>
            </a:extLst>
          </p:cNvPr>
          <p:cNvCxnSpPr>
            <a:cxnSpLocks/>
            <a:stCxn id="16" idx="2"/>
          </p:cNvCxnSpPr>
          <p:nvPr/>
        </p:nvCxnSpPr>
        <p:spPr>
          <a:xfrm rot="16200000" flipH="1">
            <a:off x="3833883" y="3747173"/>
            <a:ext cx="381378" cy="548217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191EE78-C395-5854-22F1-CC834CF1CD2D}"/>
              </a:ext>
            </a:extLst>
          </p:cNvPr>
          <p:cNvSpPr/>
          <p:nvPr/>
        </p:nvSpPr>
        <p:spPr>
          <a:xfrm>
            <a:off x="4316626" y="3915407"/>
            <a:ext cx="784653" cy="59312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REST Client</a:t>
            </a:r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FCFD1F77-17E3-2ED1-B3DB-3115ECDDFBC8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5101279" y="4211971"/>
            <a:ext cx="1582257" cy="1"/>
          </a:xfrm>
          <a:prstGeom prst="curvedConnector3">
            <a:avLst>
              <a:gd name="adj1" fmla="val 50000"/>
            </a:avLst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eft-Right Arrow 21">
            <a:extLst>
              <a:ext uri="{FF2B5EF4-FFF2-40B4-BE49-F238E27FC236}">
                <a16:creationId xmlns:a16="http://schemas.microsoft.com/office/drawing/2014/main" id="{51CAB78D-4D73-54C6-8729-8521663F97F9}"/>
              </a:ext>
            </a:extLst>
          </p:cNvPr>
          <p:cNvSpPr/>
          <p:nvPr/>
        </p:nvSpPr>
        <p:spPr>
          <a:xfrm>
            <a:off x="7782106" y="4434949"/>
            <a:ext cx="1297460" cy="767804"/>
          </a:xfrm>
          <a:prstGeom prst="left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E94E4D-D7B2-EB9A-E8DD-6A52CE7AC357}"/>
              </a:ext>
            </a:extLst>
          </p:cNvPr>
          <p:cNvSpPr txBox="1"/>
          <p:nvPr/>
        </p:nvSpPr>
        <p:spPr>
          <a:xfrm>
            <a:off x="5052882" y="3233691"/>
            <a:ext cx="1985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Much less tokens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B43DBD-2876-8DB1-1AA5-16CAE1274D08}"/>
              </a:ext>
            </a:extLst>
          </p:cNvPr>
          <p:cNvSpPr txBox="1"/>
          <p:nvPr/>
        </p:nvSpPr>
        <p:spPr>
          <a:xfrm>
            <a:off x="2063338" y="3854738"/>
            <a:ext cx="1985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Few output tokens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E9C426-E66E-C887-DCC7-D4EDF1B2C235}"/>
              </a:ext>
            </a:extLst>
          </p:cNvPr>
          <p:cNvSpPr txBox="1"/>
          <p:nvPr/>
        </p:nvSpPr>
        <p:spPr>
          <a:xfrm>
            <a:off x="5042306" y="5074979"/>
            <a:ext cx="19853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API can support pagination, additional filtering, and more</a:t>
            </a:r>
          </a:p>
        </p:txBody>
      </p:sp>
    </p:spTree>
    <p:extLst>
      <p:ext uri="{BB962C8B-B14F-4D97-AF65-F5344CB8AC3E}">
        <p14:creationId xmlns:p14="http://schemas.microsoft.com/office/powerpoint/2010/main" val="317354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73</Words>
  <Application>Microsoft Macintosh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Frees</dc:creator>
  <cp:lastModifiedBy>Scott Frees</cp:lastModifiedBy>
  <cp:revision>1</cp:revision>
  <dcterms:created xsi:type="dcterms:W3CDTF">2025-12-05T20:31:13Z</dcterms:created>
  <dcterms:modified xsi:type="dcterms:W3CDTF">2025-12-05T21:33:02Z</dcterms:modified>
</cp:coreProperties>
</file>